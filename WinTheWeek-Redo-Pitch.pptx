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2C55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The Week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Redo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371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your entire company accomplished this week.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meetings. No logins. No friction.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Sterling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CEOs are flying blind on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their teams actually do.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377440" cy="219456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meetings waste hours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 min meetings that could be a 2-min email reply.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377440"/>
            <a:ext cx="2377440" cy="219456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06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fall through cracks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1188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threads get buried. Standups get skipped. Context is lost.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2377440"/>
            <a:ext cx="2377440" cy="219456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06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truth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6364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CEO has no weekly snapshot of what the whole company shipped.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email. Every week.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entire company replies.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configure once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team, write a question, pick a schedule. Two minutes.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2743200"/>
            <a:ext cx="228600" cy="27432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just hits Reply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get an email or Slack DM. No app. No login. No portal. Just reply.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743200"/>
            <a:ext cx="228600" cy="27432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CEO briefing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every reply and delivers a synthesized intelligence brief.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it once. It runs every week.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14600" cy="141732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276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employees, set priorities, customize your email or Slack check-in.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1463040"/>
            <a:ext cx="2514600" cy="141732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164592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370332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276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0332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employee gets a simple email or Slack DM — nothing to install.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09360" y="1463040"/>
            <a:ext cx="2514600" cy="141732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92240" y="164592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5"/>
          <p:cNvSpPr/>
          <p:nvPr/>
        </p:nvSpPr>
        <p:spPr>
          <a:xfrm>
            <a:off x="64922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276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reply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9224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hit Reply and type what they got done. 30 seconds. No login.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154680"/>
            <a:ext cx="2514600" cy="141732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4400" y="333756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31927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4400" y="3977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replied instantly. Get notified of every response as it lands.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520440" y="3154680"/>
            <a:ext cx="2514600" cy="141732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703320" y="333756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5"/>
          <p:cNvSpPr/>
          <p:nvPr/>
        </p:nvSpPr>
        <p:spPr>
          <a:xfrm>
            <a:off x="37033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31927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0332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Auto-accountability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703320" y="3977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Non-repliers get nudged. Wall of Shame posts to Slack on Monday.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309360" y="3154680"/>
            <a:ext cx="2514600" cy="141732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492240" y="333756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7" name="Text 30"/>
          <p:cNvSpPr/>
          <p:nvPr/>
        </p:nvSpPr>
        <p:spPr>
          <a:xfrm>
            <a:off x="649224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319272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9224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briefing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492240" y="3977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synthesizes every reply into a briefing that surfaces what you'd never know.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your team sees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32918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931920" cy="41148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Tyler via Win The Week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What did you get done this week?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3474720" cy="9144"/>
          </a:xfrm>
          <a:prstGeom prst="rect">
            <a:avLst/>
          </a:prstGeom>
          <a:solidFill>
            <a:srgbClr val="71717A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 Sarah,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weekly check-in — what did you accomplish this week? Any wins, progress, or blockers worth sharing?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hit Reply and type your update. Takes 30 seconds.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Tyler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3840480" cy="32918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Sarah Chen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2286000"/>
            <a:ext cx="3383280" cy="9144"/>
          </a:xfrm>
          <a:prstGeom prst="rect">
            <a:avLst/>
          </a:prstGeom>
          <a:solidFill>
            <a:srgbClr val="71717A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23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the new checkout flow on Tuesday — conversion is up 12% so far.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onboarded 3 new enterprise accounts this week.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Blocker: still waiting on legal review for the EU data processing agreement, that's holding up the Berlin launch.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just reply to the email — no app, no login, no portal. 30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reply tracking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30632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solidFill>
            <a:srgbClr val="2226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435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of Mar 22 – 28,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645920" cy="548640"/>
          </a:xfrm>
          <a:prstGeom prst="rect">
            <a:avLst/>
          </a:prstGeom>
          <a:solidFill>
            <a:srgbClr val="1E212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965960"/>
            <a:ext cx="1645920" cy="548640"/>
          </a:xfrm>
          <a:prstGeom prst="rect">
            <a:avLst/>
          </a:prstGeom>
          <a:solidFill>
            <a:srgbClr val="1E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965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97480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965960"/>
            <a:ext cx="1645920" cy="548640"/>
          </a:xfrm>
          <a:prstGeom prst="rect">
            <a:avLst/>
          </a:prstGeom>
          <a:solidFill>
            <a:srgbClr val="1E2128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965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9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965960"/>
            <a:ext cx="1645920" cy="548640"/>
          </a:xfrm>
          <a:prstGeom prst="rect">
            <a:avLst/>
          </a:prstGeom>
          <a:solidFill>
            <a:srgbClr val="1E212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65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2651760"/>
            <a:ext cx="7589520" cy="256032"/>
          </a:xfrm>
          <a:prstGeom prst="rect">
            <a:avLst/>
          </a:prstGeom>
          <a:solidFill>
            <a:srgbClr val="1E212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time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2944368"/>
            <a:ext cx="7589520" cy="237744"/>
          </a:xfrm>
          <a:prstGeom prst="rect">
            <a:avLst/>
          </a:prstGeom>
          <a:solidFill>
            <a:srgbClr val="181B24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944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944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9443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2944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3:42 PM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3182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Rivera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31821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182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31821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5:10 PM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" y="3419856"/>
            <a:ext cx="7589520" cy="237744"/>
          </a:xfrm>
          <a:prstGeom prst="rect">
            <a:avLst/>
          </a:prstGeom>
          <a:solidFill>
            <a:srgbClr val="181B24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4198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Jake Foster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34198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419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0" y="34198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9:15 AM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" y="3657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Patel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3657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0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657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7240" y="3895344"/>
            <a:ext cx="7589520" cy="237744"/>
          </a:xfrm>
          <a:prstGeom prst="rect">
            <a:avLst/>
          </a:prstGeom>
          <a:solidFill>
            <a:srgbClr val="181B24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3895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Kim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3895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0" y="3895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0" y="3895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8680" y="4133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Wright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4133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0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4133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delivery, opens, and replies in real time. See who needs a nudge before the deadline.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CEO briefing you'd pay a lot for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32918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solidFill>
            <a:srgbClr val="22262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813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44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Weekly Briefing — Mar 22 – 28,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1490472"/>
            <a:ext cx="1371600" cy="27432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Sentiment: 8.2/10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2057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03120" y="20574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execution week. Product shipped the new checkout flow ahead of schedule — conversion up 12%. Marketing launched Q2 campaign. Support resolved a P1 billing bug within 4 hours. Three new enterprise accounts onboarded.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724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Themes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103120" y="26974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redesign (3 mentions)  ·  Q2 campaign launch  ·  Enterprise onboarding  ·  Berlin launch blocked by legal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Flags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03120" y="33375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data processing agreement blocking Berlin launch — no ETA from legal. Engineering bandwidth stretched: two engineers flagged burnout risk. Sales pipeline slowing in mid-market segment.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7724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03120" y="39776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Escalate legal review for EU DPA  2. Check in with engineering on workload  3. Review mid-market pipeline with Jake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generated automatically from your team's replies. Every week. No work from you.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Teams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friction for employees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to download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 to create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portal to log into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1752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reply to the email or Slack DM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2900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30 seconds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control for you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5029200" y="1737360"/>
            <a:ext cx="3383280" cy="7772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87452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7150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Auto-nudges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571500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reminders 48 hours before deadline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5029200" y="2697480"/>
            <a:ext cx="3383280" cy="7772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834640"/>
            <a:ext cx="320040" cy="3200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71500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of Shame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5715000" y="3081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morning Slack post of who didn't reply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5029200" y="3657600"/>
            <a:ext cx="3383280" cy="7772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3794760"/>
            <a:ext cx="320040" cy="32004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71500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tracking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571500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opened, delivered, replied — or didn't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 hours of meetings with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30-second email reply.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468880" cy="14630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employee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week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194560"/>
            <a:ext cx="2468880" cy="14630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2468880" cy="1463040"/>
          </a:xfrm>
          <a:prstGeom prst="rect">
            <a:avLst/>
          </a:prstGeom>
          <a:solidFill>
            <a:srgbClr val="181B2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86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0936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briefing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Monday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$199/mo gets you a real-time pulse on your entire company.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less than the cost of one wasted all-hands meeting.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22C55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Win The Week?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194560"/>
            <a:ext cx="12801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month free. Set up in 2 minutes.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replies by Friday. You get your briefing Monday.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wintheweek.co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Tyler Hogge  |  tyler@pelionvp.com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 The Week for Redo</dc:title>
  <dc:subject>PptxGenJS Presentation</dc:subject>
  <dc:creator>Tyler Hogge</dc:creator>
  <cp:lastModifiedBy>Tyler Hogge</cp:lastModifiedBy>
  <cp:revision>1</cp:revision>
  <dcterms:created xsi:type="dcterms:W3CDTF">2026-03-27T18:44:05Z</dcterms:created>
  <dcterms:modified xsi:type="dcterms:W3CDTF">2026-03-27T18:44:05Z</dcterms:modified>
</cp:coreProperties>
</file>